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chitchat_ic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0"/>
            <a:ext cx="4023360" cy="402336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394960"/>
            <a:ext cx="1645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-20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CHIT-CHAT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914400" y="630936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everywhere. Online or offline.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6949440"/>
            <a:ext cx="1645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speech-to-speech translation that never leaves you stranded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52805" y="9433865"/>
            <a:ext cx="54864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CHIT-CHAT  •  ONLINE + OFFLINE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002000" y="9433865"/>
            <a:ext cx="13716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805" y="533095"/>
            <a:ext cx="32004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CHIT-CHAT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515600" y="533095"/>
            <a:ext cx="68580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216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HYBRID PROMISE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805" y="1371600"/>
            <a:ext cx="1600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app. Two modes. Zero interruptions.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52805" y="2286000"/>
            <a:ext cx="7863840" cy="5303520"/>
          </a:xfrm>
          <a:prstGeom prst="roundRect">
            <a:avLst>
              <a:gd name="adj" fmla="val 2586"/>
            </a:avLst>
          </a:prstGeom>
          <a:solidFill>
            <a:srgbClr val="1D1D1B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560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3200400"/>
            <a:ext cx="7132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quality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continuous S2S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Voice cloning + emotion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100+ languages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Groups &amp; live calls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Multimodal context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Sub-second latency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509760" y="2286000"/>
            <a:ext cx="7863840" cy="5303520"/>
          </a:xfrm>
          <a:prstGeom prst="roundRect">
            <a:avLst>
              <a:gd name="adj" fmla="val 2586"/>
            </a:avLst>
          </a:prstGeom>
          <a:solidFill>
            <a:srgbClr val="1D1D1B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0" y="2560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875520" y="3200400"/>
            <a:ext cx="7132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available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On-device continuous packs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Major language pairs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Airplane-mode ready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data used after download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Privacy by design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auto-fallback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52805" y="9433865"/>
            <a:ext cx="54864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CHIT-CHAT  •  ONLINE + OFFLINE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02000" y="9433865"/>
            <a:ext cx="13716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805" y="533095"/>
            <a:ext cx="32004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CHIT-CHAT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515600" y="533095"/>
            <a:ext cx="68580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216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EXPERIENCE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805" y="1371600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conversation never stops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52805" y="2194560"/>
            <a:ext cx="1554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Auto-detect connectivity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52805" y="2606040"/>
            <a:ext cx="1554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signal drops, Chit-Chat silently switches to offline packs mid-sentence. No interruption, no notification spam.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2805" y="3657600"/>
            <a:ext cx="1554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offline anytime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52805" y="4069080"/>
            <a:ext cx="1554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toggle for maximum privacy or when you know coverage will be bad (planes, remote areas, festivals).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2805" y="5120640"/>
            <a:ext cx="1554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pack manager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52805" y="5532120"/>
            <a:ext cx="1554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only the language pairs you need. Progressive download over Wi-Fi. Optimized model sizes (20–80 MB typical).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52805" y="6583680"/>
            <a:ext cx="1554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awareness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52805" y="6995160"/>
            <a:ext cx="1554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= highest fidelity + cloning. Offline = still natural and usable for real conversation, not just phrasebooks.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2805" y="9433865"/>
            <a:ext cx="54864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CHIT-CHAT  •  ONLINE + OFFLINE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002000" y="9433865"/>
            <a:ext cx="13716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805" y="533095"/>
            <a:ext cx="32004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CHIT-CHAT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515600" y="533095"/>
            <a:ext cx="68580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216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TECHNOLOGY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805" y="128016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2026 on-device advances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52805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52805" y="24688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SenseVoice / Sherpa-onnx class + platform native offline recognizers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456725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456725" y="24688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small NMT models (Bergamot-style 20-35 MB) + quantized Gemma-class for context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52805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2805" y="43891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High-quality on-device voices with prosody control where hardware allows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456725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456725" y="43891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 / GPU / OpenCL where available; CPU fallback for older devices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52805" y="5852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size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52805" y="63093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pairs optimized for storage — download only what you need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456725" y="5852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456725" y="63093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never leaves the device in offline mode. Zero cloud dependency.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52805" y="9433865"/>
            <a:ext cx="54864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CHIT-CHAT  •  ONLINE + OFFLINE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0" y="9433865"/>
            <a:ext cx="13716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11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805" y="533095"/>
            <a:ext cx="32004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CHIT-CHAT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515600" y="533095"/>
            <a:ext cx="68580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216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FEATURE SET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805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S2S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805" y="1737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&amp; Offline continuous speech-to-speech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56725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Cloning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456725" y="1737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mode preserves your voice &amp; emotion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2805" y="2697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Languages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2805" y="3063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set online; major pairs offline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456725" y="2697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Mode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456725" y="3063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25 people, each in their language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52805" y="4023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&amp; Video Calls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2805" y="4389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sides translated, other person needs no app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456725" y="4023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Hybrid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456725" y="4389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switch online ↔ offline without breaking flow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2805" y="5349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Mode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2805" y="57150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running while locked or in other apps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456725" y="5349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Earbuds Private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56725" y="57150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listening for one side of the conversation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2805" y="6675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52805" y="7040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context when online for better accuracy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456725" y="6675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Controls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56725" y="7040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offline, zero data retention options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2805" y="9433865"/>
            <a:ext cx="54864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CHIT-CHAT  •  ONLINE + OFFLINE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002000" y="9433865"/>
            <a:ext cx="13716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11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805" y="533095"/>
            <a:ext cx="32004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CHIT-CHAT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515600" y="533095"/>
            <a:ext cx="68580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216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CHIT-CHAT WINS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805" y="1234440"/>
            <a:ext cx="1554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app strong both online and offline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9768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Owll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6424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44752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Chit-Chat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2331720"/>
            <a:ext cx="16916400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514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Online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2514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80960" y="2514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064240" y="2514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447520" y="2514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+ Cloning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246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Offline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97680" y="3246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 limited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80960" y="3246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064240" y="3246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447520" y="3246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pairs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977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Hybrid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97680" y="3977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80960" y="3977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064240" y="3977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447520" y="3977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4709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Cloning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97680" y="4709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80960" y="4709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064240" y="4709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447520" y="4709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(online)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" y="5440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Mode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297680" y="5440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680960" y="5440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064240" y="5440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4447520" y="5440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14400" y="6172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Calls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297680" y="6172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680960" y="6172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1064240" y="6172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4447520" y="6172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14400" y="6903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Offline Privacy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297680" y="6903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680960" y="6903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1064240" y="6903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4447520" y="6903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14400" y="7635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Cartoon HUH? Brand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297680" y="7635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680960" y="7635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1064240" y="7635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4447520" y="7635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52805" y="9433865"/>
            <a:ext cx="54864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CHIT-CHAT  •  ONLINE + OFFLINE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6002000" y="9433865"/>
            <a:ext cx="13716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11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805" y="533095"/>
            <a:ext cx="32004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CHIT-CHAT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515600" y="533095"/>
            <a:ext cx="68580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216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&amp; ICON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805" y="137160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cartoon HUH? face is now the official icon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52805" y="210312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Bold, modern cartoon style — thick outlines, expressive eyes, simplified shapes, high contrast. Instantly recognizable at every size. Perfect meme energy, fully app-icon ready.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52805" y="3474720"/>
            <a:ext cx="1554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Taglines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52805" y="4023360"/>
            <a:ext cx="1554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Talk. HUH? Understood.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everywhere. Online or offline.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confusion to connection — even without signal.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52805" y="6217920"/>
            <a:ext cx="1554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face says what every traveler and multilingual conversation feels. Chit-Chat is the answer.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2805" y="9433865"/>
            <a:ext cx="54864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CHIT-CHAT  •  ONLINE + OFFLINE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002000" y="9433865"/>
            <a:ext cx="13716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11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805" y="533095"/>
            <a:ext cx="32004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CHIT-CHAT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515600" y="533095"/>
            <a:ext cx="68580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216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SHINES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805" y="1554480"/>
            <a:ext cx="5303520" cy="3017520"/>
          </a:xfrm>
          <a:prstGeom prst="roundRect">
            <a:avLst>
              <a:gd name="adj" fmla="val 3636"/>
            </a:avLst>
          </a:prstGeom>
          <a:solidFill>
            <a:srgbClr val="1D1D1B"/>
          </a:solidFill>
          <a:ln/>
        </p:spPr>
      </p:sp>
      <p:sp>
        <p:nvSpPr>
          <p:cNvPr id="5" name="Text 3"/>
          <p:cNvSpPr/>
          <p:nvPr/>
        </p:nvSpPr>
        <p:spPr>
          <a:xfrm>
            <a:off x="1272845" y="1920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without signal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72845" y="265176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villages, planes, subways, festivals — offline packs keep the conversation going.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22085" y="1554480"/>
            <a:ext cx="5303520" cy="3017520"/>
          </a:xfrm>
          <a:prstGeom prst="roundRect">
            <a:avLst>
              <a:gd name="adj" fmla="val 3636"/>
            </a:avLst>
          </a:prstGeom>
          <a:solidFill>
            <a:srgbClr val="1D1D1B"/>
          </a:solidFill>
          <a:ln/>
        </p:spPr>
      </p:sp>
      <p:sp>
        <p:nvSpPr>
          <p:cNvPr id="8" name="Text 6"/>
          <p:cNvSpPr/>
          <p:nvPr/>
        </p:nvSpPr>
        <p:spPr>
          <a:xfrm>
            <a:off x="6942125" y="1920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Privacy-sensitive talks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942125" y="265176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offline for medical, legal, or personal conversations. Audio never leaves the device.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291365" y="1554480"/>
            <a:ext cx="5303520" cy="3017520"/>
          </a:xfrm>
          <a:prstGeom prst="roundRect">
            <a:avLst>
              <a:gd name="adj" fmla="val 3636"/>
            </a:avLst>
          </a:prstGeom>
          <a:solidFill>
            <a:srgbClr val="1D1D1B"/>
          </a:solidFill>
          <a:ln/>
        </p:spPr>
      </p:sp>
      <p:sp>
        <p:nvSpPr>
          <p:cNvPr id="11" name="Text 9"/>
          <p:cNvSpPr/>
          <p:nvPr/>
        </p:nvSpPr>
        <p:spPr>
          <a:xfrm>
            <a:off x="12611405" y="1920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teams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611405" y="265176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for high quality in the office, offline when traveling between sites.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52805" y="4937760"/>
            <a:ext cx="5303520" cy="3017520"/>
          </a:xfrm>
          <a:prstGeom prst="roundRect">
            <a:avLst>
              <a:gd name="adj" fmla="val 3636"/>
            </a:avLst>
          </a:prstGeom>
          <a:solidFill>
            <a:srgbClr val="1D1D1B"/>
          </a:solidFill>
          <a:ln/>
        </p:spPr>
      </p:sp>
      <p:sp>
        <p:nvSpPr>
          <p:cNvPr id="14" name="Text 12"/>
          <p:cNvSpPr/>
          <p:nvPr/>
        </p:nvSpPr>
        <p:spPr>
          <a:xfrm>
            <a:off x="1272845" y="53035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across borders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72845" y="603504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the language packs once. Grandparents and kids stay connected forever.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22085" y="4937760"/>
            <a:ext cx="5303520" cy="3017520"/>
          </a:xfrm>
          <a:prstGeom prst="roundRect">
            <a:avLst>
              <a:gd name="adj" fmla="val 3636"/>
            </a:avLst>
          </a:prstGeom>
          <a:solidFill>
            <a:srgbClr val="1D1D1B"/>
          </a:solidFill>
          <a:ln/>
        </p:spPr>
      </p:sp>
      <p:sp>
        <p:nvSpPr>
          <p:cNvPr id="17" name="Text 15"/>
          <p:cNvSpPr/>
          <p:nvPr/>
        </p:nvSpPr>
        <p:spPr>
          <a:xfrm>
            <a:off x="6942125" y="53035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&amp; field work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42125" y="603504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network? Still communicate. Healthcare, disaster response, outdoor work.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291365" y="4937760"/>
            <a:ext cx="5303520" cy="3017520"/>
          </a:xfrm>
          <a:prstGeom prst="roundRect">
            <a:avLst>
              <a:gd name="adj" fmla="val 3636"/>
            </a:avLst>
          </a:prstGeom>
          <a:solidFill>
            <a:srgbClr val="1D1D1B"/>
          </a:solidFill>
          <a:ln/>
        </p:spPr>
      </p:sp>
      <p:sp>
        <p:nvSpPr>
          <p:cNvPr id="20" name="Text 18"/>
          <p:cNvSpPr/>
          <p:nvPr/>
        </p:nvSpPr>
        <p:spPr>
          <a:xfrm>
            <a:off x="12611405" y="53035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freedom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611405" y="603504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again choose between good translation and staying offline.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2805" y="9433865"/>
            <a:ext cx="54864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CHIT-CHAT  •  ONLINE + OFFLINE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0" y="9433865"/>
            <a:ext cx="13716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11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805" y="533095"/>
            <a:ext cx="32004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CHIT-CHAT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515600" y="533095"/>
            <a:ext cx="68580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216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805" y="1463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0" y="1463040"/>
            <a:ext cx="1371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continuous hybrid + major offline packs + voice cloning (online) + 40+ languages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805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0" y="3108960"/>
            <a:ext cx="1371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sessions, phone/video calls, background mode, expanded offline pairs, pack manager polish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805" y="4754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0" y="4754880"/>
            <a:ext cx="1371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on-device models, multimodal online, AR overlays, watch support, more languages offline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2805" y="6400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0" y="6400800"/>
            <a:ext cx="1371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Unwritten language research, enterprise meeting bots, developer API, custom voice packs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2805" y="9433865"/>
            <a:ext cx="54864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CHIT-CHAT  •  ONLINE + OFFLINE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0" y="9433865"/>
            <a:ext cx="13716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11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805" y="533095"/>
            <a:ext cx="32004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CHIT-CHAT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515600" y="533095"/>
            <a:ext cx="68580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spc="216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805" y="137160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forever core + Pro for power users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52805" y="2194560"/>
            <a:ext cx="4023360" cy="5029200"/>
          </a:xfrm>
          <a:prstGeom prst="roundRect">
            <a:avLst>
              <a:gd name="adj" fmla="val 2727"/>
            </a:avLst>
          </a:prstGeom>
          <a:solidFill>
            <a:srgbClr val="1D1D1B"/>
          </a:solidFill>
          <a:ln/>
        </p:spPr>
      </p:sp>
      <p:sp>
        <p:nvSpPr>
          <p:cNvPr id="6" name="Text 4"/>
          <p:cNvSpPr/>
          <p:nvPr/>
        </p:nvSpPr>
        <p:spPr>
          <a:xfrm>
            <a:off x="1227125" y="24688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27125" y="329184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minutes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languages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offline packs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device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250485" y="2194560"/>
            <a:ext cx="4023360" cy="5029200"/>
          </a:xfrm>
          <a:prstGeom prst="roundRect">
            <a:avLst>
              <a:gd name="adj" fmla="val 2727"/>
            </a:avLst>
          </a:prstGeom>
          <a:solidFill>
            <a:srgbClr val="1D1D1B"/>
          </a:solidFill>
          <a:ln/>
        </p:spPr>
      </p:sp>
      <p:sp>
        <p:nvSpPr>
          <p:cNvPr id="9" name="Text 7"/>
          <p:cNvSpPr/>
          <p:nvPr/>
        </p:nvSpPr>
        <p:spPr>
          <a:xfrm>
            <a:off x="5524805" y="24688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524805" y="329184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cloning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offline library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&amp; calls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latency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48165" y="2194560"/>
            <a:ext cx="4023360" cy="5029200"/>
          </a:xfrm>
          <a:prstGeom prst="roundRect">
            <a:avLst>
              <a:gd name="adj" fmla="val 2727"/>
            </a:avLst>
          </a:prstGeom>
          <a:solidFill>
            <a:srgbClr val="1D1D1B"/>
          </a:solidFill>
          <a:ln/>
        </p:spPr>
      </p:sp>
      <p:sp>
        <p:nvSpPr>
          <p:cNvPr id="12" name="Text 10"/>
          <p:cNvSpPr/>
          <p:nvPr/>
        </p:nvSpPr>
        <p:spPr>
          <a:xfrm>
            <a:off x="9822485" y="24688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822485" y="329184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6 seats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packs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Parental controls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845845" y="2194560"/>
            <a:ext cx="4023360" cy="5029200"/>
          </a:xfrm>
          <a:prstGeom prst="roundRect">
            <a:avLst>
              <a:gd name="adj" fmla="val 2727"/>
            </a:avLst>
          </a:prstGeom>
          <a:solidFill>
            <a:srgbClr val="1D1D1B"/>
          </a:solidFill>
          <a:ln/>
        </p:spPr>
      </p:sp>
      <p:sp>
        <p:nvSpPr>
          <p:cNvPr id="15" name="Text 13"/>
          <p:cNvSpPr/>
          <p:nvPr/>
        </p:nvSpPr>
        <p:spPr>
          <a:xfrm>
            <a:off x="14120165" y="24688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4120165" y="329184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&amp; compliance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models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access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controls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2805" y="9433865"/>
            <a:ext cx="54864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CHIT-CHAT  •  ONLINE + OFFLINE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0" y="9433865"/>
            <a:ext cx="13716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560320"/>
            <a:ext cx="1554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anywhere.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HUH? Understood.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0" y="5029200"/>
            <a:ext cx="1554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for brilliance. Offline for freedom.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Chit-Chat never leaves you without a voice.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6858000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usable conversation translation app of 2026.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52805" y="9433865"/>
            <a:ext cx="54864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CHIT-CHAT  •  ONLINE + OFFLINE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002000" y="9433865"/>
            <a:ext cx="137160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spc="252" kern="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Chit-Chat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Chit-Chat v2 — Works Everywhere. Online or Offline.</dc:title>
  <dc:subject>PptxGenJS Presentation</dc:subject>
  <dc:creator>Chit-Chat</dc:creator>
  <cp:lastModifiedBy>Chit-Chat</cp:lastModifiedBy>
  <cp:revision>1</cp:revision>
  <dcterms:created xsi:type="dcterms:W3CDTF">2026-09-21T15:30:12Z</dcterms:created>
  <dcterms:modified xsi:type="dcterms:W3CDTF">2026-09-21T15:30:12Z</dcterms:modified>
</cp:coreProperties>
</file>